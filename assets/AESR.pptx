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9814"/>
            <a:ext cx="4722763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Autonomous Environmental Survey Rover (AESR)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496119" y="2408634"/>
            <a:ext cx="1868463" cy="233214"/>
          </a:xfrm>
          <a:prstGeom prst="roundRect">
            <a:avLst>
              <a:gd name="adj" fmla="val 17872"/>
            </a:avLst>
          </a:prstGeom>
          <a:solidFill>
            <a:srgbClr val="E0D7F4"/>
          </a:solidFill>
          <a:ln/>
        </p:spPr>
      </p:sp>
      <p:sp>
        <p:nvSpPr>
          <p:cNvPr id="5" name="Text 2"/>
          <p:cNvSpPr/>
          <p:nvPr/>
        </p:nvSpPr>
        <p:spPr>
          <a:xfrm>
            <a:off x="570533" y="2445841"/>
            <a:ext cx="217683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FAIR PROJECT · CLASS 8C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6119" y="2781374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and fabricated by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Atharva Phadnis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Vimala Kulkarni Memorial School. This project combines robotics, electronics, and data science to build a small moving robot that autonomously monitors temperature and humidity, avoids obstacles, logs data to a memory card, and compares weather patterns across days using a custom-built app.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7935"/>
            <a:ext cx="3868415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the Robot Works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89235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AESR runs two jobs simultaneously — moving safely and monitoring the environment — without ever getting stuck.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230338"/>
            <a:ext cx="4103191" cy="1695227"/>
          </a:xfrm>
          <a:prstGeom prst="roundRect">
            <a:avLst>
              <a:gd name="adj" fmla="val 5269"/>
            </a:avLst>
          </a:prstGeom>
          <a:solidFill>
            <a:srgbClr val="6237C8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354312"/>
            <a:ext cx="21627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Job 1 — Moving Safely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796" y="2691482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sensors act as "electronic eyes," detecting objects in the robot's path. When an obstacle is found, the Arduino signals the wheels to reverse and turn away — all in real time.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54312"/>
            <a:ext cx="2777356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Job 2 — Checking the Weather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28046" y="2691482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DHT22 sensor measures temperature and humidity. The Arduino processes the data and does three things: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200028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readings on the OLED screen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Saves data with a timestamp to the SD card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Transmits data via serial for wireless use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779"/>
            <a:ext cx="3708574" cy="4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All the Parts Used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980480"/>
            <a:ext cx="86089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key components work together to make the AESR functional and reliable.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91903"/>
            <a:ext cx="236413" cy="236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669107"/>
            <a:ext cx="2148855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Arduino Uno R3 — The Brain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6119" y="1939900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all logic, stores the program, and processes sensor data in real time.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396" y="1291903"/>
            <a:ext cx="236413" cy="236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2396" y="1669107"/>
            <a:ext cx="191095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DHT22 — Weather Sensor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2396" y="1939900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temperature (±0.5°C precision) and humidity. Uses a 4.7kΩ resistor for clean signals.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34617"/>
            <a:ext cx="236413" cy="2364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911822"/>
            <a:ext cx="2745209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IR Obstacle Sensor — Electronic Eyes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96119" y="3182615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Emits infrared light to detect objects from 5–30 cm. Adjustable detection range via a small screw.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396" y="2534617"/>
            <a:ext cx="236413" cy="2364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2396" y="2911822"/>
            <a:ext cx="206402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OLED Display — The Screen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2396" y="3182615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128×64 pixel display using I²C (two wires). Shows live temperature, humidity, and obstacle status.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77332"/>
            <a:ext cx="236413" cy="2364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154537"/>
            <a:ext cx="2523530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 SD Card Module — Memory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96119" y="4425330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Saves timestamped readings via SPI connection. Built-in voltage regulator protects the card.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396" y="3777332"/>
            <a:ext cx="236413" cy="2364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2396" y="4154537"/>
            <a:ext cx="2585889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L298N Motor Driver — The Muscle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2396" y="4425330"/>
            <a:ext cx="4005486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Amplifies low-power Arduino signals to drive both motors forward, backward, or stop.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7949"/>
            <a:ext cx="4893469" cy="413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Everything is Connected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23789"/>
            <a:ext cx="86089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component connects to specific Arduino pins. This wiring ensures all parts communicate without conflicts.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43918"/>
            <a:ext cx="8151763" cy="2820442"/>
          </a:xfrm>
          <a:prstGeom prst="roundRect">
            <a:avLst>
              <a:gd name="adj" fmla="val 17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134" y="1423243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51918" y="1423243"/>
            <a:ext cx="14335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3202" y="1423243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Arduino Pin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01605" y="1423243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134" y="1766367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DHT22 Sensor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51918" y="1766367"/>
            <a:ext cx="97631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VCC / GND /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3202" y="1766367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5V / GND / D4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01605" y="1766367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and weather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134" y="2298725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Sensor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51918" y="2298725"/>
            <a:ext cx="97631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VCC / GND / 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3202" y="2298725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5V / GND / D7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01605" y="2298725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Obstacle detection signal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134" y="2831083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OLED Display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1918" y="2831083"/>
            <a:ext cx="97631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VCC / GND / SDA / SCL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3202" y="2831083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5V / GND / A4 / A5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01605" y="2831083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I²C display communication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134" y="3363441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 Card Module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51918" y="3363441"/>
            <a:ext cx="97631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 / MOSI / MISO / SCK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3202" y="3363441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D10 / D11 / D12 / D13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01605" y="3363441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 data 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134" y="3895799"/>
            <a:ext cx="18430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Driver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51918" y="3895799"/>
            <a:ext cx="143351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IN1–IN4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3202" y="3895799"/>
            <a:ext cx="184063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D5, D6, D8, D9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1605" y="3895799"/>
            <a:ext cx="387861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and right motor control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6119" y="4295254"/>
            <a:ext cx="8151763" cy="470297"/>
          </a:xfrm>
          <a:prstGeom prst="roundRect">
            <a:avLst>
              <a:gd name="adj" fmla="val 10732"/>
            </a:avLst>
          </a:prstGeom>
          <a:solidFill>
            <a:srgbClr val="E0D7F4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23" y="4464025"/>
            <a:ext cx="150168" cy="12010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86495" y="4441627"/>
            <a:ext cx="809848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 10 is reserved for the SD card. Motor control pins avoid this to prevent conflicts.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2751"/>
            <a:ext cx="6177111" cy="413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Step-by-Step: How the Program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988591"/>
            <a:ext cx="86089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powered on, the Arduino follows a precise routine — checking for obstacles while logging weather data every 2.5 seconds.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308720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498550"/>
            <a:ext cx="2639616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587178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Startup (Setup)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1863477"/>
            <a:ext cx="263961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Initialises the SD card, OLED screen, and DHT22 sensor.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52118" y="1308720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2118" y="1498550"/>
            <a:ext cx="263969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0" name="Text 8"/>
          <p:cNvSpPr/>
          <p:nvPr/>
        </p:nvSpPr>
        <p:spPr>
          <a:xfrm>
            <a:off x="3252118" y="1587178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Check for Obstacles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52118" y="1863477"/>
            <a:ext cx="2639690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Constantly monitors the IR sensor. If an obstacle is detected, stops, reverses, and turns away.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08191" y="1308720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08191" y="1498550"/>
            <a:ext cx="263969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4" name="Text 12"/>
          <p:cNvSpPr/>
          <p:nvPr/>
        </p:nvSpPr>
        <p:spPr>
          <a:xfrm>
            <a:off x="6008191" y="1587178"/>
            <a:ext cx="1775594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Wait for the Right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08191" y="1863477"/>
            <a:ext cx="2639690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Waits 2.5 seconds without pausing obstacle detection — the robot stays responsive.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119" y="2637681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6119" y="2827511"/>
            <a:ext cx="2639616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2916138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Read the Weather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3192438"/>
            <a:ext cx="263961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data from the DHT22. Receives 40 bits and verifies the checksum for accuracy.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52118" y="2637681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52118" y="2827511"/>
            <a:ext cx="263969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2" name="Text 20"/>
          <p:cNvSpPr/>
          <p:nvPr/>
        </p:nvSpPr>
        <p:spPr>
          <a:xfrm>
            <a:off x="3252118" y="2916138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Show on Screen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52118" y="3192438"/>
            <a:ext cx="2639690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readings to text and displays them on the OLED screen.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08191" y="2637681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08191" y="2827511"/>
            <a:ext cx="2639690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6" name="Text 24"/>
          <p:cNvSpPr/>
          <p:nvPr/>
        </p:nvSpPr>
        <p:spPr>
          <a:xfrm>
            <a:off x="6008191" y="2916138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Save on Memory Card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08191" y="3192438"/>
            <a:ext cx="2639690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a line with timestamp, temperature, and humidity to the SD card — data is safe even if power is lost.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3966642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6119" y="4156472"/>
            <a:ext cx="8151763" cy="14288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30" name="Text 28"/>
          <p:cNvSpPr/>
          <p:nvPr/>
        </p:nvSpPr>
        <p:spPr>
          <a:xfrm>
            <a:off x="496119" y="4245099"/>
            <a:ext cx="1652290" cy="20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6119" y="4521398"/>
            <a:ext cx="815176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 continues until power is switched off.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716"/>
            <a:ext cx="7591797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Special App for Comparing Temperatures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1213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robot runs, Atharva plugs the SD card into a computer. A custom-built app reads the data and draws a comparison chart.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50119"/>
            <a:ext cx="2717229" cy="496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0092" y="2170212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Read the File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0092" y="2457822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the saved CSV data file from the SD card.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550119"/>
            <a:ext cx="2717229" cy="496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322" y="2170212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Separate the Days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37322" y="2457822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readings into "Today" and "Yesterday" based on timestamps.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550119"/>
            <a:ext cx="2717229" cy="4961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4551" y="2170212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Match the Times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54551" y="2457822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readings by time — e.g., 8:00 AM today vs. 8:00 AM yesterday.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78721"/>
            <a:ext cx="2717229" cy="4961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0092" y="3598813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Draw the Chart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20092" y="3886423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Plots two lines — one for each day — showing temperature changes hour by hour.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978721"/>
            <a:ext cx="2717229" cy="4961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37322" y="3598813"/>
            <a:ext cx="17055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Show the Numbers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337322" y="3886423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and displays average, highest, and lowest temperatures for both days.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567"/>
            <a:ext cx="3950122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Real-Life Applications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66598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AESR is more than a school project — it solves real problems in farming, conservation, and urban science.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03971"/>
            <a:ext cx="1114499" cy="6887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847752"/>
            <a:ext cx="188766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🌿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Greenhouse Farming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3144887"/>
            <a:ext cx="19216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between plant rows to check humidity levels. Farmers use the comparison chart to decide when to water.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2003971"/>
            <a:ext cx="1114499" cy="6887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2792" y="2847752"/>
            <a:ext cx="1921669" cy="435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Museum Conservation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572792" y="3358083"/>
            <a:ext cx="19216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Patrols galleries to detect areas that are too hot or dry, protecting sensitive paintings and artifacts.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2003971"/>
            <a:ext cx="1114499" cy="6887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49465" y="2847752"/>
            <a:ext cx="176919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🌡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Urban Heat Studies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649465" y="3144887"/>
            <a:ext cx="192166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temperatures on roads versus grassy areas, proving that concrete surfaces get much hotter.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2003971"/>
            <a:ext cx="1114574" cy="6888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6138" y="2847826"/>
            <a:ext cx="1705570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STEM Learning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26138" y="3144962"/>
            <a:ext cx="19217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Teaches mechanical assembly, circuit wiring, programming, and data analysis — all in one project.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3124"/>
            <a:ext cx="3868415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617538"/>
            <a:ext cx="14288" cy="477515"/>
          </a:xfrm>
          <a:prstGeom prst="roundRect">
            <a:avLst>
              <a:gd name="adj" fmla="val 59998"/>
            </a:avLst>
          </a:prstGeom>
          <a:solidFill>
            <a:srgbClr val="6237C8"/>
          </a:solidFill>
          <a:ln/>
        </p:spPr>
      </p:sp>
      <p:sp>
        <p:nvSpPr>
          <p:cNvPr id="4" name="Text 2"/>
          <p:cNvSpPr/>
          <p:nvPr/>
        </p:nvSpPr>
        <p:spPr>
          <a:xfrm>
            <a:off x="682154" y="1757065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AESR is not just a toy — it is a serious, autonomous data-collecting machine that demonstrates real engineering thinking.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06822" y="2234580"/>
            <a:ext cx="4103191" cy="1965722"/>
          </a:xfrm>
          <a:prstGeom prst="roundRect">
            <a:avLst>
              <a:gd name="adj" fmla="val 4544"/>
            </a:avLst>
          </a:prstGeom>
          <a:solidFill>
            <a:srgbClr val="6237C8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358554"/>
            <a:ext cx="322689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Makes This Project Stand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796" y="2695724"/>
            <a:ext cx="3855244" cy="136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Simultaneous obstacle avoidance and environmental sensing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data logging to SD card with timestamps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Custom-built app for day-to-day temperature comparison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applications in farming, museums, and urban science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electronics, programming, and data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358554"/>
            <a:ext cx="337825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True Hands-On STEM Achievement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28046" y="2695724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Atharva designed, built, programmed, and tested every part of this system independently. The AESR reflects a deep understanding of how hardware and software work together to solve real-world problems — a wonderful example of what a Class 8 student can achieve with curiosity and dedication.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8046" y="3827562"/>
            <a:ext cx="1647751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6237c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2460" y="3864769"/>
            <a:ext cx="195612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ATHARVA PHADNIS · CLASS 8C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37784" y="3827562"/>
            <a:ext cx="2054349" cy="233214"/>
          </a:xfrm>
          <a:prstGeom prst="roundRect">
            <a:avLst>
              <a:gd name="adj" fmla="val 1787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6237c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2198" y="3864769"/>
            <a:ext cx="236272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VIMALA KULKARNI MEMORIAL SCHOOL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2026-07-05T15:27:00Z</dcterms:created>
  <dcterms:modified xsi:type="dcterms:W3CDTF">2026-07-05T15:27:00Z</dcterms:modified>
</cp:coreProperties>
</file>